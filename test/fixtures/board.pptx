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Q4 Board Review — CONFIDENTIAL</a:t>
            </a:r>
          </a:p>
          <a:p>
            <a:r>
              <a:t>ARR closed at $4.2M, runway 14 months.</a:t>
            </a:r>
          </a:p>
          <a:p>
            <a:r>
              <a:t>Term sheet signed with Meridian; data room opens Monday.</a:t>
            </a:r>
          </a:p>
          <a:p>
            <a:r>
              <a:t>Material non-public information until the 14th.</a:t>
            </a:r>
          </a:p>
        </p:txBody>
      </p:sp>
    </p:spTree>
  </p:cSld>
</p:sld>
</file>